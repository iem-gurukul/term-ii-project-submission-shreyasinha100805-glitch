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16537-BB42-8D37-9A4E-64CA656B4C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Adaptive Study Strategy Engine</a:t>
            </a:r>
            <a:br>
              <a:rPr lang="en-US" sz="4400" dirty="0"/>
            </a:br>
            <a:r>
              <a:rPr lang="en-US" sz="4400" dirty="0"/>
              <a:t>PCCCS495 – Term II Project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0EDA44-45DA-FEC3-2423-51C78EA21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1856873"/>
          </a:xfrm>
        </p:spPr>
        <p:txBody>
          <a:bodyPr>
            <a:normAutofit fontScale="85000" lnSpcReduction="10000"/>
          </a:bodyPr>
          <a:lstStyle/>
          <a:p>
            <a:r>
              <a:rPr lang="en-IN" b="1" dirty="0"/>
              <a:t>Student Name:</a:t>
            </a:r>
            <a:r>
              <a:rPr lang="en-IN" dirty="0"/>
              <a:t> </a:t>
            </a:r>
            <a:r>
              <a:rPr lang="en-IN" b="1" dirty="0"/>
              <a:t>Shreya Sinha</a:t>
            </a:r>
          </a:p>
          <a:p>
            <a:br>
              <a:rPr lang="en-IN" dirty="0"/>
            </a:br>
            <a:r>
              <a:rPr lang="en-IN" b="1" dirty="0"/>
              <a:t>Roll Number:</a:t>
            </a:r>
            <a:r>
              <a:rPr lang="en-IN" dirty="0"/>
              <a:t> 26</a:t>
            </a:r>
          </a:p>
          <a:p>
            <a:r>
              <a:rPr lang="en-IN" b="1" dirty="0"/>
              <a:t>Instructor Name:</a:t>
            </a:r>
            <a:r>
              <a:rPr lang="en-IN" dirty="0"/>
              <a:t> </a:t>
            </a:r>
            <a:r>
              <a:rPr lang="en-IN" b="1" dirty="0" err="1"/>
              <a:t>Soumadip</a:t>
            </a:r>
            <a:r>
              <a:rPr lang="en-IN" b="1" dirty="0"/>
              <a:t> Biswas, Dr. </a:t>
            </a:r>
            <a:r>
              <a:rPr lang="en-IN" b="1" dirty="0" err="1"/>
              <a:t>Susovan</a:t>
            </a:r>
            <a:r>
              <a:rPr lang="en-IN" b="1" dirty="0"/>
              <a:t> Jana</a:t>
            </a:r>
            <a:endParaRPr lang="en-IN" dirty="0"/>
          </a:p>
          <a:p>
            <a:r>
              <a:rPr lang="en-IN" dirty="0"/>
              <a:t> </a:t>
            </a:r>
            <a:r>
              <a:rPr lang="en-IN" b="1" dirty="0"/>
              <a:t>Semester:</a:t>
            </a:r>
            <a:r>
              <a:rPr lang="en-IN" dirty="0"/>
              <a:t> 4</a:t>
            </a:r>
            <a:r>
              <a:rPr lang="en-IN" baseline="30000" dirty="0"/>
              <a:t>th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743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64FA8-0E91-A523-1EE1-5E5E17314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9486D2-CED0-043E-1E93-6AE71C9C5A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309879"/>
            <a:ext cx="772191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struggle to manage multiple subjects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planners require manual effort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dynamic prioritization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Weak topics are often ignored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Leads to inefficient study pattern </a:t>
            </a:r>
          </a:p>
        </p:txBody>
      </p:sp>
    </p:spTree>
    <p:extLst>
      <p:ext uri="{BB962C8B-B14F-4D97-AF65-F5344CB8AC3E}">
        <p14:creationId xmlns:p14="http://schemas.microsoft.com/office/powerpoint/2010/main" val="2252759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76714-E61F-531C-8EFC-59C9FBF3C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OBJECTIVES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9B685FA-6495-13EA-A1CA-FD5A0EACAF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309879"/>
            <a:ext cx="623724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 study planning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Prioritize topics dynamically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 weak areas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time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OOP concepts </a:t>
            </a:r>
          </a:p>
        </p:txBody>
      </p:sp>
    </p:spTree>
    <p:extLst>
      <p:ext uri="{BB962C8B-B14F-4D97-AF65-F5344CB8AC3E}">
        <p14:creationId xmlns:p14="http://schemas.microsoft.com/office/powerpoint/2010/main" val="1607227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CCDB5-F91B-E07C-8CE4-141EBCCEC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TARGET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39E3B-781F-DDB0-FEE5-2DDBD4E37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College students </a:t>
            </a:r>
          </a:p>
          <a:p>
            <a:r>
              <a:rPr lang="en-US" dirty="0"/>
              <a:t>School students </a:t>
            </a:r>
          </a:p>
          <a:p>
            <a:r>
              <a:rPr lang="en-US" dirty="0"/>
              <a:t>Competitive exam aspirants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7524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F59E4-631A-E58D-57E4-620F67DD9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CORE FEATURES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6D8839-1C82-F8AD-8C42-60F66B41D3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032880"/>
            <a:ext cx="431720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and manage study topics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Record mastery level (0–100)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priority calculation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schedule generation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GUI using Java Swing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Swimlane-based workflow visualization </a:t>
            </a:r>
          </a:p>
        </p:txBody>
      </p:sp>
    </p:spTree>
    <p:extLst>
      <p:ext uri="{BB962C8B-B14F-4D97-AF65-F5344CB8AC3E}">
        <p14:creationId xmlns:p14="http://schemas.microsoft.com/office/powerpoint/2010/main" val="1133627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0E7C8-565E-D4BE-740F-C4442CB37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OOP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BF4FC-9D1C-CA56-A721-EE4957714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Abstraction</a:t>
            </a:r>
            <a:r>
              <a:rPr lang="en-IN" dirty="0"/>
              <a:t> → </a:t>
            </a:r>
            <a:r>
              <a:rPr lang="en-IN" dirty="0" err="1"/>
              <a:t>StudyUnit</a:t>
            </a:r>
            <a:r>
              <a:rPr lang="en-IN" dirty="0"/>
              <a:t> </a:t>
            </a:r>
          </a:p>
          <a:p>
            <a:r>
              <a:rPr lang="en-IN" b="1" dirty="0"/>
              <a:t>Inheritance</a:t>
            </a:r>
            <a:r>
              <a:rPr lang="en-IN" dirty="0"/>
              <a:t> → Topic extends </a:t>
            </a:r>
            <a:r>
              <a:rPr lang="en-IN" dirty="0" err="1"/>
              <a:t>StudyUnit</a:t>
            </a:r>
            <a:r>
              <a:rPr lang="en-IN" dirty="0"/>
              <a:t> </a:t>
            </a:r>
          </a:p>
          <a:p>
            <a:r>
              <a:rPr lang="en-IN" b="1" dirty="0"/>
              <a:t>Polymorphism</a:t>
            </a:r>
            <a:r>
              <a:rPr lang="en-IN" dirty="0"/>
              <a:t> → </a:t>
            </a:r>
            <a:r>
              <a:rPr lang="en-IN" dirty="0" err="1"/>
              <a:t>calculatePriority</a:t>
            </a:r>
            <a:r>
              <a:rPr lang="en-IN" dirty="0"/>
              <a:t>() </a:t>
            </a:r>
          </a:p>
          <a:p>
            <a:r>
              <a:rPr lang="en-IN" b="1" dirty="0"/>
              <a:t>Encapsulation</a:t>
            </a:r>
            <a:r>
              <a:rPr lang="en-IN" dirty="0"/>
              <a:t> → Data protection </a:t>
            </a:r>
          </a:p>
          <a:p>
            <a:r>
              <a:rPr lang="en-IN" b="1" dirty="0"/>
              <a:t>Collections</a:t>
            </a:r>
            <a:r>
              <a:rPr lang="en-IN" dirty="0"/>
              <a:t> → </a:t>
            </a:r>
            <a:r>
              <a:rPr lang="en-IN" dirty="0" err="1"/>
              <a:t>PriorityQueue</a:t>
            </a:r>
            <a:r>
              <a:rPr lang="en-IN" dirty="0"/>
              <a:t> </a:t>
            </a:r>
          </a:p>
          <a:p>
            <a:r>
              <a:rPr lang="en-IN" b="1" dirty="0"/>
              <a:t>Swimlane </a:t>
            </a:r>
            <a:r>
              <a:rPr lang="en-IN" b="1" dirty="0" err="1"/>
              <a:t>Modeling</a:t>
            </a:r>
            <a:r>
              <a:rPr lang="en-IN" dirty="0"/>
              <a:t> → Workflow visualization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5106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49A44-10B1-158A-89EC-CFA405F0F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C1BC2-186D-EDEB-A0B0-52907539B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Components:</a:t>
            </a:r>
          </a:p>
          <a:p>
            <a:r>
              <a:rPr lang="en-IN" dirty="0" err="1"/>
              <a:t>StudyUnit</a:t>
            </a:r>
            <a:r>
              <a:rPr lang="en-IN" dirty="0"/>
              <a:t> (Abstract class) </a:t>
            </a:r>
          </a:p>
          <a:p>
            <a:r>
              <a:rPr lang="en-IN" dirty="0"/>
              <a:t>Topic (Subclass) </a:t>
            </a:r>
          </a:p>
          <a:p>
            <a:r>
              <a:rPr lang="en-IN" dirty="0" err="1"/>
              <a:t>StrategyEngine</a:t>
            </a:r>
            <a:r>
              <a:rPr lang="en-IN" dirty="0"/>
              <a:t> (Analysis) </a:t>
            </a:r>
          </a:p>
          <a:p>
            <a:r>
              <a:rPr lang="en-IN" dirty="0" err="1"/>
              <a:t>ScheduleManager</a:t>
            </a:r>
            <a:r>
              <a:rPr lang="en-IN" dirty="0"/>
              <a:t> (</a:t>
            </a:r>
            <a:r>
              <a:rPr lang="en-IN" dirty="0" err="1"/>
              <a:t>PriorityQueue</a:t>
            </a:r>
            <a:r>
              <a:rPr lang="en-IN" dirty="0"/>
              <a:t>) </a:t>
            </a:r>
          </a:p>
          <a:p>
            <a:r>
              <a:rPr lang="en-IN" dirty="0" err="1"/>
              <a:t>MainApp</a:t>
            </a:r>
            <a:r>
              <a:rPr lang="en-IN" dirty="0"/>
              <a:t> (GUI)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056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F7971-DF20-B60C-91B9-3C8FD1D84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UML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A54C58-16DE-D071-FE4A-8A53C05E45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27929" y="2022485"/>
            <a:ext cx="4450466" cy="343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944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79191-1DA3-8680-47DD-B80399E2F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SWIMLANE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E5A68-DA63-0A58-A3CD-32127B14C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USER → MAIN APP → STRATEGY ENGINE →</a:t>
            </a:r>
            <a:br>
              <a:rPr lang="en-IN" dirty="0"/>
            </a:br>
            <a:r>
              <a:rPr lang="en-IN" dirty="0"/>
              <a:t>SCHEDULE MANAGER → MAIN APP → USER</a:t>
            </a:r>
          </a:p>
        </p:txBody>
      </p:sp>
    </p:spTree>
    <p:extLst>
      <p:ext uri="{BB962C8B-B14F-4D97-AF65-F5344CB8AC3E}">
        <p14:creationId xmlns:p14="http://schemas.microsoft.com/office/powerpoint/2010/main" val="114682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AAB01-7FC7-C5B0-8668-A19B87561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IMPLEMENTATION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9364C-64E8-F141-6129-AF9EA5162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Language: Java </a:t>
            </a:r>
          </a:p>
          <a:p>
            <a:r>
              <a:rPr lang="en-IN" dirty="0"/>
              <a:t>GUI: Swing </a:t>
            </a:r>
          </a:p>
          <a:p>
            <a:r>
              <a:rPr lang="en-IN" dirty="0"/>
              <a:t>Data Structure: </a:t>
            </a:r>
            <a:r>
              <a:rPr lang="en-IN" dirty="0" err="1"/>
              <a:t>PriorityQueue</a:t>
            </a:r>
            <a:r>
              <a:rPr lang="en-IN" dirty="0"/>
              <a:t> </a:t>
            </a:r>
          </a:p>
          <a:p>
            <a:r>
              <a:rPr lang="en-IN" dirty="0"/>
              <a:t> Priority Formula:</a:t>
            </a:r>
            <a:br>
              <a:rPr lang="en-IN" dirty="0"/>
            </a:br>
            <a:r>
              <a:rPr lang="en-IN" dirty="0"/>
              <a:t>Priority = 100 − Mastery Level</a:t>
            </a:r>
          </a:p>
          <a:p>
            <a:r>
              <a:rPr lang="en-IN" dirty="0"/>
              <a:t> Lower mastery = higher priority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6659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87A6C-420A-19B7-E28A-A44AB18ED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GIT WORKFLOW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BD4338-06FB-9019-59E1-9CE28DF02F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309879"/>
            <a:ext cx="276550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 commit → setup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Added classes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scheduling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GUI development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testing </a:t>
            </a:r>
          </a:p>
        </p:txBody>
      </p:sp>
    </p:spTree>
    <p:extLst>
      <p:ext uri="{BB962C8B-B14F-4D97-AF65-F5344CB8AC3E}">
        <p14:creationId xmlns:p14="http://schemas.microsoft.com/office/powerpoint/2010/main" val="2465997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E81BB-0F4A-E658-0FCC-6E288EE30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CAFF8-AA83-1336-3017-73289418A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Smart and adaptive study planner </a:t>
            </a:r>
          </a:p>
          <a:p>
            <a:r>
              <a:rPr lang="en-US" dirty="0"/>
              <a:t>Improves learning efficiency </a:t>
            </a:r>
          </a:p>
          <a:p>
            <a:r>
              <a:rPr lang="en-US" dirty="0"/>
              <a:t>Demonstrates OOP concepts </a:t>
            </a:r>
          </a:p>
          <a:p>
            <a:r>
              <a:rPr lang="en-US" dirty="0"/>
              <a:t>Scalable and practical system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7852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F5DA3-C37F-C0C2-8834-3A6FFC72A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3136490"/>
            <a:ext cx="9603275" cy="2045110"/>
          </a:xfrm>
        </p:spPr>
        <p:txBody>
          <a:bodyPr/>
          <a:lstStyle/>
          <a:p>
            <a:r>
              <a:rPr lang="en-IN" dirty="0"/>
              <a:t>                                                          THANK YOU!</a:t>
            </a:r>
          </a:p>
        </p:txBody>
      </p:sp>
    </p:spTree>
    <p:extLst>
      <p:ext uri="{BB962C8B-B14F-4D97-AF65-F5344CB8AC3E}">
        <p14:creationId xmlns:p14="http://schemas.microsoft.com/office/powerpoint/2010/main" val="92947110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{726D1856-50EA-4539-9350-6D2769B6C622}TFc986dd65-aaf0-4d5c-bef9-9c391ee05f7b738e0fce-4a319d133af4</Template>
  <TotalTime>17</TotalTime>
  <Words>249</Words>
  <Application>Microsoft Office PowerPoint</Application>
  <PresentationFormat>Widescreen</PresentationFormat>
  <Paragraphs>84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Gill Sans MT</vt:lpstr>
      <vt:lpstr>Gallery</vt:lpstr>
      <vt:lpstr>Adaptive Study Strategy Engine PCCCS495 – Term II Project</vt:lpstr>
      <vt:lpstr>PROBLEM STATEMENT</vt:lpstr>
      <vt:lpstr>OBJECTIVES </vt:lpstr>
      <vt:lpstr>TARGET USERS</vt:lpstr>
      <vt:lpstr>CORE FEATURES</vt:lpstr>
      <vt:lpstr>OOP CONCEPTS</vt:lpstr>
      <vt:lpstr>SYSTEM ARCHITECTURE</vt:lpstr>
      <vt:lpstr>UML DIAGRAM</vt:lpstr>
      <vt:lpstr>SWIMLANE FLOW</vt:lpstr>
      <vt:lpstr>IMPLEMENTATION </vt:lpstr>
      <vt:lpstr>GIT WORKFLOW</vt:lpstr>
      <vt:lpstr>CONCLUSION </vt:lpstr>
      <vt:lpstr>                                                          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  Sinha</dc:creator>
  <cp:lastModifiedBy>Shreya  Sinha</cp:lastModifiedBy>
  <cp:revision>1</cp:revision>
  <dcterms:created xsi:type="dcterms:W3CDTF">2026-03-29T16:59:21Z</dcterms:created>
  <dcterms:modified xsi:type="dcterms:W3CDTF">2026-03-29T17:38:02Z</dcterms:modified>
</cp:coreProperties>
</file>